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8" r:id="rId5"/>
    <p:sldId id="256" r:id="rId6"/>
    <p:sldId id="257" r:id="rId7"/>
    <p:sldId id="258" r:id="rId8"/>
    <p:sldId id="260" r:id="rId9"/>
    <p:sldId id="270" r:id="rId10"/>
    <p:sldId id="271" r:id="rId11"/>
    <p:sldId id="272" r:id="rId12"/>
    <p:sldId id="273" r:id="rId13"/>
    <p:sldId id="269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4" d="100"/>
          <a:sy n="64" d="100"/>
        </p:scale>
        <p:origin x="5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87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7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7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7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2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6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65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6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2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5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4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321B0-6555-4461-B67C-F82F97ED4A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65761-7158-4703-8871-CC8970CF9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ortinet/fortipa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06873" y="765314"/>
            <a:ext cx="62377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0. Prerequisite:   Sign account on </a:t>
            </a:r>
            <a:r>
              <a:rPr lang="en-US" sz="2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GITHub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71600" y="2445026"/>
            <a:ext cx="8708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Please check </a:t>
            </a:r>
            <a:r>
              <a:rPr lang="en-US" dirty="0"/>
              <a:t>doc: </a:t>
            </a:r>
            <a:endParaRPr lang="en-US" dirty="0" smtClean="0"/>
          </a:p>
          <a:p>
            <a:r>
              <a:rPr lang="en-US" dirty="0" smtClean="0"/>
              <a:t>https</a:t>
            </a:r>
            <a:r>
              <a:rPr lang="en-US" dirty="0"/>
              <a:t>://docs.github.com/en/get-started/start-your-journey/creating-an-account-on-github </a:t>
            </a:r>
          </a:p>
        </p:txBody>
      </p:sp>
    </p:spTree>
    <p:extLst>
      <p:ext uri="{BB962C8B-B14F-4D97-AF65-F5344CB8AC3E}">
        <p14:creationId xmlns:p14="http://schemas.microsoft.com/office/powerpoint/2010/main" val="409675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77" y="2266122"/>
            <a:ext cx="11377046" cy="37271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5269" y="318052"/>
            <a:ext cx="8079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1. Create a new fork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of github.com/</a:t>
            </a:r>
            <a:r>
              <a:rPr lang="en-US" sz="2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Fortinet.fortipam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6377" y="1610139"/>
            <a:ext cx="7359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Login to </a:t>
            </a:r>
            <a:r>
              <a:rPr lang="en-US" dirty="0" err="1" smtClean="0">
                <a:hlinkClick r:id="rId3"/>
              </a:rPr>
              <a:t>fortinet</a:t>
            </a:r>
            <a:r>
              <a:rPr lang="en-US" dirty="0" smtClean="0">
                <a:hlinkClick r:id="rId3"/>
              </a:rPr>
              <a:t>/</a:t>
            </a:r>
            <a:r>
              <a:rPr lang="en-US" dirty="0" err="1" smtClean="0">
                <a:hlinkClick r:id="rId3"/>
              </a:rPr>
              <a:t>fortipam</a:t>
            </a:r>
            <a:r>
              <a:rPr lang="en-US" dirty="0" smtClean="0"/>
              <a:t>  with your account, then click “Create a new fork”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50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31" y="1526328"/>
            <a:ext cx="11118574" cy="35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16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61253" y="318052"/>
            <a:ext cx="6571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 Switch to your new forked account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repo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17" y="1413103"/>
            <a:ext cx="10634870" cy="443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97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95" y="1719172"/>
            <a:ext cx="11297478" cy="321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64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667541" y="188844"/>
            <a:ext cx="3859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3.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Folder/Files Structure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042" y="946183"/>
            <a:ext cx="7442263" cy="36620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70042" y="4389588"/>
            <a:ext cx="6011710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 the project, the files structure as below:  </a:t>
            </a:r>
            <a:br>
              <a:rPr lang="en-US" dirty="0" smtClean="0"/>
            </a:b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PAM_Feature_Name</a:t>
            </a:r>
            <a:r>
              <a:rPr lang="en-US" dirty="0" smtClean="0"/>
              <a:t>/</a:t>
            </a:r>
            <a:r>
              <a:rPr lang="en-US" sz="1400" dirty="0" err="1" smtClean="0">
                <a:solidFill>
                  <a:schemeClr val="accent1">
                    <a:lumMod val="75000"/>
                  </a:schemeClr>
                </a:solidFill>
              </a:rPr>
              <a:t>Vendor_Name</a:t>
            </a:r>
            <a:r>
              <a:rPr lang="en-US" dirty="0" smtClean="0"/>
              <a:t>/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Device(App)_Name</a:t>
            </a:r>
            <a:r>
              <a:rPr lang="en-US" dirty="0"/>
              <a:t>/</a:t>
            </a:r>
            <a:endParaRPr lang="en-US" dirty="0" smtClean="0"/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600" dirty="0" smtClean="0"/>
              <a:t>The root </a:t>
            </a:r>
            <a:r>
              <a:rPr lang="en-US" sz="1600" dirty="0"/>
              <a:t>folder is </a:t>
            </a:r>
            <a:r>
              <a:rPr lang="en-US" sz="1600" b="1" dirty="0" err="1" smtClean="0">
                <a:solidFill>
                  <a:schemeClr val="accent2">
                    <a:lumMod val="75000"/>
                  </a:schemeClr>
                </a:solidFill>
              </a:rPr>
              <a:t>pam_feature_name</a:t>
            </a:r>
            <a:r>
              <a:rPr lang="en-US" sz="1600" dirty="0" smtClean="0"/>
              <a:t>,  which includes below </a:t>
            </a:r>
            <a:r>
              <a:rPr lang="en-US" sz="1600" dirty="0"/>
              <a:t> </a:t>
            </a:r>
            <a:r>
              <a:rPr lang="en-US" sz="1600" dirty="0" smtClean="0"/>
              <a:t>options:</a:t>
            </a:r>
          </a:p>
          <a:p>
            <a:pPr marL="285750" indent="-285750">
              <a:buFontTx/>
              <a:buChar char="-"/>
            </a:pP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pwd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-changers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aunchers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emplates</a:t>
            </a:r>
          </a:p>
          <a:p>
            <a:r>
              <a:rPr lang="en-US" sz="1600" dirty="0" smtClean="0"/>
              <a:t>…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9377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607906" y="308114"/>
            <a:ext cx="3859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3.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Folder/Files Structure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6" y="1122343"/>
            <a:ext cx="11237838" cy="3910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2537" y="5288340"/>
            <a:ext cx="55803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The second </a:t>
            </a:r>
            <a:r>
              <a:rPr lang="en-US" sz="1600" dirty="0"/>
              <a:t>folder </a:t>
            </a:r>
            <a:r>
              <a:rPr lang="en-US" sz="1600" dirty="0" smtClean="0"/>
              <a:t>is </a:t>
            </a:r>
            <a:r>
              <a:rPr lang="en-US" sz="1600" b="1" dirty="0" smtClean="0">
                <a:solidFill>
                  <a:schemeClr val="accent2">
                    <a:lumMod val="75000"/>
                  </a:schemeClr>
                </a:solidFill>
              </a:rPr>
              <a:t>Vendor Name </a:t>
            </a:r>
            <a:r>
              <a:rPr lang="en-US" sz="1600" dirty="0" smtClean="0"/>
              <a:t>of  target device or app client: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Cisco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Juniper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Microsoft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Siemens</a:t>
            </a:r>
            <a:endParaRPr lang="en-US" sz="1600" dirty="0" smtClean="0"/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14871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607906" y="308114"/>
            <a:ext cx="3859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3.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Folder/Files Structure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6" y="1122343"/>
            <a:ext cx="11237838" cy="3910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2537" y="5288340"/>
            <a:ext cx="42016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The third </a:t>
            </a:r>
            <a:r>
              <a:rPr lang="en-US" sz="1600" dirty="0"/>
              <a:t>folder </a:t>
            </a:r>
            <a:r>
              <a:rPr lang="en-US" sz="1600" dirty="0" smtClean="0"/>
              <a:t>is  Device Module or APP Name:</a:t>
            </a:r>
          </a:p>
          <a:p>
            <a:pPr marL="285750" indent="-285750">
              <a:buFontTx/>
              <a:buChar char="-"/>
            </a:pP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Cisco_XR</a:t>
            </a:r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Cisco_7200</a:t>
            </a:r>
          </a:p>
          <a:p>
            <a:pPr marL="285750" indent="-285750">
              <a:buFontTx/>
              <a:buChar char="-"/>
            </a:pP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TIA_Portal</a:t>
            </a:r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etc</a:t>
            </a:r>
            <a:endParaRPr lang="en-US" sz="1600" dirty="0" smtClean="0"/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7083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7" y="841771"/>
            <a:ext cx="11243046" cy="44465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7906" y="308114"/>
            <a:ext cx="3859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3.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Folder/Files Structure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2537" y="5487123"/>
            <a:ext cx="69787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The  Files:</a:t>
            </a:r>
          </a:p>
          <a:p>
            <a:pPr marL="285750" indent="-285750">
              <a:buFontTx/>
              <a:buChar char="-"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onfig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:  This the CLI configuration of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pwd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-changer/launcher/template in PAM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GUI.pdf or GUI.png:   The PAM GUI of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pwd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-changer/launcher/template in PAM</a:t>
            </a:r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README.md:  The PAM version, and configure 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3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625550" y="178905"/>
            <a:ext cx="4965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  Example: Add a </a:t>
            </a:r>
            <a:r>
              <a:rPr lang="en-US" sz="2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pwd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-changer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74" y="1083973"/>
            <a:ext cx="11162950" cy="353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68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25550" y="178905"/>
            <a:ext cx="4965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  Example: Add a </a:t>
            </a:r>
            <a:r>
              <a:rPr lang="en-US" sz="2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pwd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-changer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15" y="1828799"/>
            <a:ext cx="11050655" cy="412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17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22" y="1712390"/>
            <a:ext cx="11355453" cy="31887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77071" y="288236"/>
            <a:ext cx="4965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  Example: Add a </a:t>
            </a:r>
            <a:r>
              <a:rPr lang="en-US" sz="2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pwd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-changer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886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48" y="1570384"/>
            <a:ext cx="9999625" cy="3726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77071" y="288236"/>
            <a:ext cx="4965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  Example: Add a </a:t>
            </a:r>
            <a:r>
              <a:rPr lang="en-US" sz="2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pwd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-changer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470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18" y="1510809"/>
            <a:ext cx="11136279" cy="50489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29646" y="129210"/>
            <a:ext cx="2552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5.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Push Request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025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729646" y="129210"/>
            <a:ext cx="2552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5.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Push Request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1304628"/>
            <a:ext cx="11126753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71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91880" y="248479"/>
            <a:ext cx="2884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 Check PR </a:t>
            </a: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76" y="2107096"/>
            <a:ext cx="11880948" cy="330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01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7407BECEA5B84D9E3BAE373BDB331C" ma:contentTypeVersion="15" ma:contentTypeDescription="Create a new document." ma:contentTypeScope="" ma:versionID="3396dcdf97bdafbf0c5ea36fd0a6cf68">
  <xsd:schema xmlns:xsd="http://www.w3.org/2001/XMLSchema" xmlns:xs="http://www.w3.org/2001/XMLSchema" xmlns:p="http://schemas.microsoft.com/office/2006/metadata/properties" xmlns:ns3="a3e529b3-669c-4366-a940-881fe079655b" xmlns:ns4="9af1d2e1-626f-4335-8079-de9a6c5005fb" targetNamespace="http://schemas.microsoft.com/office/2006/metadata/properties" ma:root="true" ma:fieldsID="f59c09fb4ee7115a7ece2768e8d6a794" ns3:_="" ns4:_="">
    <xsd:import namespace="a3e529b3-669c-4366-a940-881fe079655b"/>
    <xsd:import namespace="9af1d2e1-626f-4335-8079-de9a6c5005f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DateTake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e529b3-669c-4366-a940-881fe079655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hidden="true" ma:internalName="SharingHintHash" ma:readOnly="true">
      <xsd:simpleType>
        <xsd:restriction base="dms:Text"/>
      </xsd:simple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1d2e1-626f-4335-8079-de9a6c5005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f1d2e1-626f-4335-8079-de9a6c5005f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9C43CE-2B19-4BEC-A655-B3410791F3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e529b3-669c-4366-a940-881fe079655b"/>
    <ds:schemaRef ds:uri="9af1d2e1-626f-4335-8079-de9a6c5005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C05C8A-A2DE-4B94-ADAB-1086A1AD73E4}">
  <ds:schemaRefs>
    <ds:schemaRef ds:uri="9af1d2e1-626f-4335-8079-de9a6c5005fb"/>
    <ds:schemaRef ds:uri="http://purl.org/dc/dcmitype/"/>
    <ds:schemaRef ds:uri="a3e529b3-669c-4366-a940-881fe079655b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E1BC648-7193-4F79-9592-3AFBC77DCF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199</Words>
  <Application>Microsoft Office PowerPoint</Application>
  <PresentationFormat>Widescreen</PresentationFormat>
  <Paragraphs>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Fortinet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Diao</dc:creator>
  <cp:lastModifiedBy>Robert Diao</cp:lastModifiedBy>
  <cp:revision>20</cp:revision>
  <dcterms:created xsi:type="dcterms:W3CDTF">2026-04-09T06:05:42Z</dcterms:created>
  <dcterms:modified xsi:type="dcterms:W3CDTF">2026-04-22T22:18:34Z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0x010100207407BECEA5B84D9E3BAE373BDB331C</vt:lpwstr>
  </property>
</Properties>
</file>